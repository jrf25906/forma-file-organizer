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18-9022-861d-8000-0000c9d3d6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2b-c472-882c-8000-0000f79b946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43-dce2-8668-8000-000027cc1d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43-6e12-84fb-8000-000056c5f5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33-bda2-8103-8000-000047c1b2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33-3b12-886a-8000-0000a2c083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66-9f42-80de-8000-000011a3ba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5d-be62-8913-8000-00004dbe36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55-6052-8117-8000-0000e54ba8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56-d2c2-8b24-8000-00005fb7c9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66-3ee2-812c-8000-0000a6ede76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18-9022-861d-8000-0000c9d3d64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2b-c472-882c-8000-0000f79b946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43-dce2-8668-8000-000027cc1d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43-6e12-84fb-8000-000056c5f5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33-bda2-8103-8000-000047c1b2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33-3b12-886a-8000-0000a2c083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66-9f42-80de-8000-000011a3ba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5d-be62-8913-8000-00004dbe36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55-6052-8117-8000-0000e54ba8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56-d2c2-8b24-8000-00005fb7c96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66-3ee2-812c-8000-0000a6ede76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85-afd2-8c57-8000-0000a5ab649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7f-d6d2-8796-8000-000024b3b8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85-60f2-8e49-8000-0000b3e6cb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79-1632-8041-8000-0000f8b069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74-78e2-88c1-8000-0000a396d00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a6-de02-8c59-8000-0000442258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a5-2872-8a40-8000-0000a6d7146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de-d7c2-885a-8000-00003d8842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b2-cd62-8a15-8000-0000b16c7a8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dcac-4782-8808-8000-0000c166290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 vs AI File Organizers: Competitive Deep Dive</dc:title>
  <dc:subject>Forma vs AI File Organizers: Competitive Deep Dive</dc:subject>
  <dc:creator>Kimi</dc:creator>
  <cp:lastModifiedBy>Kimi</cp:lastModifiedBy>
  <cp:revision>1</cp:revision>
  <dcterms:created xsi:type="dcterms:W3CDTF">2025-12-02T06:54:20Z</dcterms:created>
  <dcterms:modified xsi:type="dcterms:W3CDTF">2025-12-02T06:54:20Z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{"Label":"Forma vs AI File Organizers: Competitive Deep Dive","ContentProducer":"001191110108MACG2KBH8F10000","ProduceID":"d4n8e9q5hvlq4m0u4tbg","ReservedCode1":"","ContentPropagator":"001191110108MACG2KBH8F20000","PropagateID":"d4n8e9q5hvlq4m0u4tbg","ReservedCode2":""}</vt:lpwstr>
  </property>
</Properties>
</file>